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-108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 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A98AF03-7270-45C2-A683-C5E353EF01A5}" type="datetime4">
              <a:rPr lang="en-US" smtClean="0"/>
              <a:pPr/>
              <a:t>2014年8月15日 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按一下以編輯母片文字樣式</a:t>
            </a:r>
          </a:p>
          <a:p>
            <a:pPr lvl="1"/>
            <a:r>
              <a:rPr lang="zh-CN" altLang="en-US" smtClean="0"/>
              <a:t>第二層</a:t>
            </a:r>
          </a:p>
          <a:p>
            <a:pPr lvl="2"/>
            <a:r>
              <a:rPr lang="zh-CN" altLang="en-US" smtClean="0"/>
              <a:t>第三層</a:t>
            </a:r>
          </a:p>
          <a:p>
            <a:pPr lvl="3"/>
            <a:r>
              <a:rPr lang="zh-CN" altLang="en-US" smtClean="0"/>
              <a:t>第四層</a:t>
            </a:r>
          </a:p>
          <a:p>
            <a:pPr lvl="4"/>
            <a:r>
              <a:rPr lang="zh-CN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93482-8E69-40F7-BCAD-5662A6CADB27}" type="datetime4">
              <a:rPr lang="en-US" smtClean="0"/>
              <a:pPr/>
              <a:t>2014年8月15日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EAE1-CAAC-4AEF-919E-158692B1E55E}" type="datetime4">
              <a:rPr lang="en-US" smtClean="0"/>
              <a:pPr/>
              <a:t>2014年8月15日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按一下以編輯母片標題樣式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706-D8F2-4D1A-855A-CADC92600C26}" type="datetime4">
              <a:rPr lang="en-US" smtClean="0"/>
              <a:pPr/>
              <a:t>2014年8月15日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按一下以編輯母片文字樣式</a:t>
            </a:r>
          </a:p>
          <a:p>
            <a:pPr lvl="1"/>
            <a:r>
              <a:rPr lang="zh-CN" altLang="en-US" smtClean="0"/>
              <a:t>第二層</a:t>
            </a:r>
          </a:p>
          <a:p>
            <a:pPr lvl="2"/>
            <a:r>
              <a:rPr lang="zh-CN" altLang="en-US" smtClean="0"/>
              <a:t>第三層</a:t>
            </a:r>
          </a:p>
          <a:p>
            <a:pPr lvl="3"/>
            <a:r>
              <a:rPr lang="zh-CN" altLang="en-US" smtClean="0"/>
              <a:t>第四層</a:t>
            </a:r>
          </a:p>
          <a:p>
            <a:pPr lvl="4"/>
            <a:r>
              <a:rPr lang="zh-CN" altLang="en-US" smtClean="0"/>
              <a:t>第五層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按一下以編輯母片文字樣式</a:t>
            </a:r>
          </a:p>
          <a:p>
            <a:pPr lvl="1"/>
            <a:r>
              <a:rPr lang="zh-CN" altLang="en-US" smtClean="0"/>
              <a:t>第二層</a:t>
            </a:r>
          </a:p>
          <a:p>
            <a:pPr lvl="2"/>
            <a:r>
              <a:rPr lang="zh-CN" altLang="en-US" smtClean="0"/>
              <a:t>第三層</a:t>
            </a:r>
          </a:p>
          <a:p>
            <a:pPr lvl="3"/>
            <a:r>
              <a:rPr lang="zh-CN" altLang="en-US" smtClean="0"/>
              <a:t>第四層</a:t>
            </a:r>
          </a:p>
          <a:p>
            <a:pPr lvl="4"/>
            <a:r>
              <a:rPr lang="zh-CN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按一下以編輯母片文字樣式</a:t>
            </a:r>
          </a:p>
          <a:p>
            <a:pPr lvl="1"/>
            <a:r>
              <a:rPr lang="zh-CN" altLang="en-US" smtClean="0"/>
              <a:t>第二層</a:t>
            </a:r>
          </a:p>
          <a:p>
            <a:pPr lvl="2"/>
            <a:r>
              <a:rPr lang="zh-CN" altLang="en-US" smtClean="0"/>
              <a:t>第三層</a:t>
            </a:r>
          </a:p>
          <a:p>
            <a:pPr lvl="3"/>
            <a:r>
              <a:rPr lang="zh-CN" altLang="en-US" smtClean="0"/>
              <a:t>第四層</a:t>
            </a:r>
          </a:p>
          <a:p>
            <a:pPr lvl="4"/>
            <a:r>
              <a:rPr lang="zh-CN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按一下以編輯母片文字樣式</a:t>
            </a:r>
          </a:p>
          <a:p>
            <a:pPr lvl="1"/>
            <a:r>
              <a:rPr lang="zh-CN" altLang="en-US" smtClean="0"/>
              <a:t>第二層</a:t>
            </a:r>
          </a:p>
          <a:p>
            <a:pPr lvl="2"/>
            <a:r>
              <a:rPr lang="zh-CN" altLang="en-US" smtClean="0"/>
              <a:t>第三層</a:t>
            </a:r>
          </a:p>
          <a:p>
            <a:pPr lvl="3"/>
            <a:r>
              <a:rPr lang="zh-CN" altLang="en-US" smtClean="0"/>
              <a:t>第四層</a:t>
            </a:r>
          </a:p>
          <a:p>
            <a:pPr lvl="4"/>
            <a:r>
              <a:rPr lang="zh-CN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F123-1704-49AC-9D15-C4B1462B8014}" type="datetime4">
              <a:rPr lang="en-US" smtClean="0"/>
              <a:pPr/>
              <a:t>2014年8月15日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7EC2-47FB-48A1-8644-C8A81DDAA119}" type="datetime4">
              <a:rPr lang="en-US" smtClean="0"/>
              <a:pPr/>
              <a:t>2014年8月15日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C3ED-7435-49F9-84C8-03CCA2F8DEDB}" type="datetime4">
              <a:rPr lang="en-US" smtClean="0"/>
              <a:pPr/>
              <a:t>2014年8月15日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49BF1-FCD3-4395-8FF6-0047AF66228E}" type="datetime4">
              <a:rPr lang="en-US" smtClean="0"/>
              <a:pPr/>
              <a:t>2014年8月15日 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按一下以編輯母片文字樣式</a:t>
            </a:r>
          </a:p>
          <a:p>
            <a:pPr lvl="1"/>
            <a:r>
              <a:rPr lang="zh-CN" altLang="en-US" smtClean="0"/>
              <a:t>第二層</a:t>
            </a:r>
          </a:p>
          <a:p>
            <a:pPr lvl="2"/>
            <a:r>
              <a:rPr lang="zh-CN" altLang="en-US" smtClean="0"/>
              <a:t>第三層</a:t>
            </a:r>
          </a:p>
          <a:p>
            <a:pPr lvl="3"/>
            <a:r>
              <a:rPr lang="zh-CN" altLang="en-US" smtClean="0"/>
              <a:t>第四層</a:t>
            </a:r>
          </a:p>
          <a:p>
            <a:pPr lvl="4"/>
            <a:r>
              <a:rPr lang="zh-CN" altLang="en-US" smtClean="0"/>
              <a:t>第五層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按一下以編輯母片標題樣式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將圖片拖曳至版面配置區或按一下圖示以新增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61222-2C8B-4501-BE87-6797EC025925}" type="datetime4">
              <a:rPr lang="en-US" smtClean="0"/>
              <a:pPr/>
              <a:t>2014年8月15日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按一下以編輯母片文字樣式</a:t>
            </a:r>
          </a:p>
          <a:p>
            <a:pPr lvl="1"/>
            <a:r>
              <a:rPr lang="zh-CN" altLang="en-US" smtClean="0"/>
              <a:t>第二層</a:t>
            </a:r>
          </a:p>
          <a:p>
            <a:pPr lvl="2"/>
            <a:r>
              <a:rPr lang="zh-CN" altLang="en-US" smtClean="0"/>
              <a:t>第三層</a:t>
            </a:r>
          </a:p>
          <a:p>
            <a:pPr lvl="3"/>
            <a:r>
              <a:rPr lang="zh-CN" altLang="en-US" smtClean="0"/>
              <a:t>第四層</a:t>
            </a:r>
          </a:p>
          <a:p>
            <a:pPr lvl="4"/>
            <a:r>
              <a:rPr lang="zh-CN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5AFD-D735-4504-A039-ADEBB6448D55}" type="datetime4">
              <a:rPr lang="en-US" smtClean="0"/>
              <a:pPr/>
              <a:t>2014年8月15日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 smtClean="0"/>
              <a:t>按一下以編輯母片文字樣式</a:t>
            </a:r>
          </a:p>
          <a:p>
            <a:pPr lvl="1"/>
            <a:r>
              <a:rPr lang="zh-CN" altLang="en-US" smtClean="0"/>
              <a:t>第二層</a:t>
            </a:r>
          </a:p>
          <a:p>
            <a:pPr lvl="2"/>
            <a:r>
              <a:rPr lang="zh-CN" altLang="en-US" smtClean="0"/>
              <a:t>第三層</a:t>
            </a:r>
          </a:p>
          <a:p>
            <a:pPr lvl="3"/>
            <a:r>
              <a:rPr lang="zh-CN" altLang="en-US" smtClean="0"/>
              <a:t>第四層</a:t>
            </a:r>
          </a:p>
          <a:p>
            <a:pPr lvl="4"/>
            <a:r>
              <a:rPr lang="zh-CN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8118-FB93-4E87-B380-0175F2FE2167}" type="datetime4">
              <a:rPr lang="en-US" smtClean="0"/>
              <a:pPr/>
              <a:t>2014年8月15日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按一下以編輯母片文字樣式</a:t>
            </a:r>
          </a:p>
          <a:p>
            <a:pPr lvl="1"/>
            <a:r>
              <a:rPr lang="zh-CN" altLang="en-US" smtClean="0"/>
              <a:t>第二層</a:t>
            </a:r>
          </a:p>
          <a:p>
            <a:pPr lvl="2"/>
            <a:r>
              <a:rPr lang="zh-CN" altLang="en-US" smtClean="0"/>
              <a:t>第三層</a:t>
            </a:r>
          </a:p>
          <a:p>
            <a:pPr lvl="3"/>
            <a:r>
              <a:rPr lang="zh-CN" altLang="en-US" smtClean="0"/>
              <a:t>第四層</a:t>
            </a:r>
          </a:p>
          <a:p>
            <a:pPr lvl="4"/>
            <a:r>
              <a:rPr lang="zh-CN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6C01193-8287-4834-A286-6B880643E934}" type="datetime4">
              <a:rPr lang="en-US" smtClean="0"/>
              <a:pPr/>
              <a:t>2014年8月15日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 smtClean="0"/>
              <a:t>Unity</a:t>
            </a:r>
            <a:r>
              <a:rPr kumimoji="1" lang="zh-TW" altLang="en-US" dirty="0" smtClean="0"/>
              <a:t>小游戏</a:t>
            </a:r>
            <a:r>
              <a:rPr kumimoji="1" lang="en-US" altLang="zh-TW" dirty="0" smtClean="0"/>
              <a:t>《</a:t>
            </a:r>
            <a:r>
              <a:rPr kumimoji="1" lang="zh-TW" altLang="en-US" dirty="0" smtClean="0"/>
              <a:t>开心法师</a:t>
            </a:r>
            <a:r>
              <a:rPr kumimoji="1" lang="en-US" altLang="zh-TW" dirty="0" smtClean="0"/>
              <a:t>》</a:t>
            </a:r>
            <a:r>
              <a:rPr kumimoji="1" lang="en-US" altLang="en-US" dirty="0" smtClean="0"/>
              <a:t>之</a:t>
            </a:r>
            <a:r>
              <a:rPr kumimoji="1" lang="zh-TW" altLang="en-US" dirty="0" smtClean="0"/>
              <a:t>实践经验分享</a:t>
            </a:r>
            <a:endParaRPr kumimoji="1" lang="zh-TW" altLang="en-US" dirty="0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TW" dirty="0" smtClean="0"/>
              <a:t>Author   Uncle Dun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502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 smtClean="0"/>
              <a:t>Contents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Unity</a:t>
            </a:r>
            <a:r>
              <a:rPr kumimoji="1" lang="zh-CN" altLang="en-US" dirty="0" smtClean="0"/>
              <a:t>在</a:t>
            </a:r>
            <a:r>
              <a:rPr kumimoji="1" lang="en-US" altLang="zh-CN" dirty="0" smtClean="0"/>
              <a:t>《</a:t>
            </a:r>
            <a:r>
              <a:rPr kumimoji="1" lang="zh-CN" altLang="en-US" dirty="0" smtClean="0"/>
              <a:t>开心法师</a:t>
            </a:r>
            <a:r>
              <a:rPr kumimoji="1" lang="en-US" altLang="zh-CN" dirty="0" smtClean="0"/>
              <a:t>》</a:t>
            </a:r>
            <a:r>
              <a:rPr kumimoji="1" lang="zh-CN" altLang="en-US" dirty="0" smtClean="0"/>
              <a:t>中的应用部分</a:t>
            </a:r>
            <a:endParaRPr kumimoji="1" lang="en-US" altLang="zh-CN" dirty="0" smtClean="0"/>
          </a:p>
          <a:p>
            <a:r>
              <a:rPr kumimoji="1" lang="en-US" altLang="zh-CN" dirty="0" smtClean="0"/>
              <a:t>Unity VS Flash</a:t>
            </a:r>
          </a:p>
          <a:p>
            <a:r>
              <a:rPr kumimoji="1" lang="zh-CN" altLang="en-US" dirty="0" smtClean="0"/>
              <a:t>参考书籍分享</a:t>
            </a:r>
            <a:endParaRPr kumimoji="1" lang="en-US" altLang="zh-CN" dirty="0" smtClean="0"/>
          </a:p>
          <a:p>
            <a:pPr marL="6858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551122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kumimoji="1" lang="en-US" altLang="zh-CN" sz="3200" dirty="0"/>
              <a:t>Unity</a:t>
            </a:r>
            <a:r>
              <a:rPr kumimoji="1" lang="zh-CN" altLang="en-US" sz="3200" dirty="0"/>
              <a:t>在</a:t>
            </a:r>
            <a:r>
              <a:rPr kumimoji="1" lang="en-US" altLang="zh-CN" sz="3200" dirty="0"/>
              <a:t>《</a:t>
            </a:r>
            <a:r>
              <a:rPr kumimoji="1" lang="zh-CN" altLang="en-US" sz="3200" dirty="0"/>
              <a:t>开心法师</a:t>
            </a:r>
            <a:r>
              <a:rPr kumimoji="1" lang="en-US" altLang="zh-CN" sz="3200" dirty="0"/>
              <a:t>》</a:t>
            </a:r>
            <a:r>
              <a:rPr kumimoji="1" lang="zh-CN" altLang="en-US" sz="3200" dirty="0"/>
              <a:t>中的应用</a:t>
            </a:r>
            <a:r>
              <a:rPr kumimoji="1" lang="zh-CN" altLang="en-US" sz="3200" dirty="0" smtClean="0"/>
              <a:t>部分</a:t>
            </a:r>
            <a:endParaRPr kumimoji="1"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b="1" dirty="0" smtClean="0">
                <a:solidFill>
                  <a:srgbClr val="FF0000"/>
                </a:solidFill>
              </a:rPr>
              <a:t>Transform</a:t>
            </a:r>
          </a:p>
          <a:p>
            <a:r>
              <a:rPr kumimoji="1" lang="en-US" altLang="zh-TW" dirty="0" smtClean="0"/>
              <a:t>Quaternion</a:t>
            </a:r>
          </a:p>
          <a:p>
            <a:r>
              <a:rPr kumimoji="1" lang="en-US" altLang="zh-TW" dirty="0" smtClean="0"/>
              <a:t>Vector</a:t>
            </a:r>
            <a:r>
              <a:rPr kumimoji="1" lang="en-US" altLang="zh-CN" dirty="0" smtClean="0"/>
              <a:t>3</a:t>
            </a:r>
          </a:p>
          <a:p>
            <a:r>
              <a:rPr kumimoji="1" lang="en-US" altLang="zh-TW" dirty="0" err="1" smtClean="0"/>
              <a:t>GameObject</a:t>
            </a:r>
            <a:endParaRPr kumimoji="1" lang="en-US" altLang="zh-TW" dirty="0" smtClean="0"/>
          </a:p>
          <a:p>
            <a:r>
              <a:rPr kumimoji="1" lang="en-US" altLang="zh-TW" dirty="0" err="1" smtClean="0"/>
              <a:t>RigidBody</a:t>
            </a:r>
            <a:endParaRPr kumimoji="1"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2008626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dirty="0"/>
              <a:t>Unity VS </a:t>
            </a:r>
            <a:r>
              <a:rPr kumimoji="1" lang="en-US" altLang="zh-CN" dirty="0" smtClean="0"/>
              <a:t>Flash(2D)</a:t>
            </a:r>
            <a:endParaRPr kumimoji="1"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 smtClean="0"/>
              <a:t>度量</a:t>
            </a:r>
            <a:endParaRPr kumimoji="1" lang="en-US" altLang="zh-TW" dirty="0" smtClean="0"/>
          </a:p>
          <a:p>
            <a:r>
              <a:rPr kumimoji="1" lang="zh-TW" altLang="en-US" dirty="0" smtClean="0"/>
              <a:t>如何在代码中引用素材实例</a:t>
            </a:r>
            <a:endParaRPr kumimoji="1" lang="en-US" altLang="zh-TW" dirty="0" smtClean="0"/>
          </a:p>
          <a:p>
            <a:r>
              <a:rPr kumimoji="1" lang="zh-TW" altLang="en-US" dirty="0" smtClean="0"/>
              <a:t>全局坐标和本地坐标</a:t>
            </a:r>
            <a:endParaRPr kumimoji="1" lang="en-US" altLang="zh-TW" dirty="0" smtClean="0"/>
          </a:p>
          <a:p>
            <a:r>
              <a:rPr kumimoji="1" lang="zh-TW" altLang="en-US" dirty="0" smtClean="0"/>
              <a:t>动态添加素材到舞台</a:t>
            </a:r>
            <a:endParaRPr kumimoji="1" lang="en-US" altLang="zh-TW" dirty="0" smtClean="0"/>
          </a:p>
          <a:p>
            <a:r>
              <a:rPr kumimoji="1" lang="zh-TW" altLang="en-US" dirty="0" smtClean="0"/>
              <a:t>显示列表</a:t>
            </a:r>
            <a:r>
              <a:rPr kumimoji="1" lang="en-US" altLang="zh-TW" dirty="0" smtClean="0"/>
              <a:t> </a:t>
            </a:r>
          </a:p>
          <a:p>
            <a:r>
              <a:rPr kumimoji="1" lang="zh-TW" altLang="en-US" dirty="0" smtClean="0"/>
              <a:t>事件通信机制</a:t>
            </a:r>
            <a:endParaRPr kumimoji="1" lang="en-US" altLang="zh-TW" dirty="0" smtClean="0"/>
          </a:p>
          <a:p>
            <a:r>
              <a:rPr kumimoji="1" lang="en-US" altLang="zh-TW" dirty="0" smtClean="0"/>
              <a:t>UI</a:t>
            </a:r>
            <a:endParaRPr kumimoji="1" lang="en-US" altLang="zh-TW" dirty="0"/>
          </a:p>
          <a:p>
            <a:endParaRPr kumimoji="1"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99145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zh-TW" altLang="en-US" dirty="0" smtClean="0"/>
              <a:t>参考书分享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smtClean="0"/>
              <a:t>《Pro Unity Game Development with C#》 </a:t>
            </a:r>
            <a:r>
              <a:rPr kumimoji="1" lang="zh-TW" altLang="en-US" dirty="0" smtClean="0">
                <a:solidFill>
                  <a:srgbClr val="FF0000"/>
                </a:solidFill>
              </a:rPr>
              <a:t>事件通信机制</a:t>
            </a:r>
            <a:endParaRPr kumimoji="1" lang="en-US" altLang="zh-TW" dirty="0" smtClean="0">
              <a:solidFill>
                <a:srgbClr val="FF0000"/>
              </a:solidFill>
            </a:endParaRPr>
          </a:p>
          <a:p>
            <a:r>
              <a:rPr kumimoji="1" lang="en-US" altLang="zh-CN" dirty="0" smtClean="0"/>
              <a:t>《C </a:t>
            </a:r>
            <a:r>
              <a:rPr kumimoji="1" lang="en-US" altLang="zh-CN" dirty="0"/>
              <a:t># Game Programming </a:t>
            </a:r>
            <a:r>
              <a:rPr kumimoji="1" lang="en-US" altLang="zh-CN" dirty="0" err="1"/>
              <a:t>CookBook</a:t>
            </a:r>
            <a:r>
              <a:rPr kumimoji="1" lang="en-US" altLang="zh-CN" dirty="0"/>
              <a:t> for Unity </a:t>
            </a:r>
            <a:r>
              <a:rPr kumimoji="1" lang="en-US" altLang="zh-CN" dirty="0" smtClean="0"/>
              <a:t>3D》</a:t>
            </a:r>
            <a:r>
              <a:rPr kumimoji="1" lang="zh-CN" altLang="en-US" dirty="0" smtClean="0">
                <a:solidFill>
                  <a:srgbClr val="FF0000"/>
                </a:solidFill>
              </a:rPr>
              <a:t>基础框架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en-US" altLang="zh-CN" dirty="0"/>
              <a:t>《</a:t>
            </a:r>
            <a:r>
              <a:rPr kumimoji="1" lang="en-US" altLang="zh-TW" dirty="0"/>
              <a:t>Unity Android Game Development by Example</a:t>
            </a:r>
            <a:r>
              <a:rPr kumimoji="1" lang="en-US" altLang="zh-CN" dirty="0"/>
              <a:t>》</a:t>
            </a:r>
            <a:endParaRPr kumimoji="1" lang="en-US" altLang="zh-TW" dirty="0"/>
          </a:p>
          <a:p>
            <a:r>
              <a:rPr kumimoji="1" lang="en-US" altLang="zh-CN" dirty="0"/>
              <a:t>《</a:t>
            </a:r>
            <a:r>
              <a:rPr kumimoji="1" lang="en-US" altLang="zh-TW" dirty="0"/>
              <a:t>Unity 4.x </a:t>
            </a:r>
            <a:r>
              <a:rPr kumimoji="1" lang="en-US" altLang="zh-TW" dirty="0" err="1"/>
              <a:t>CookBook</a:t>
            </a:r>
            <a:r>
              <a:rPr kumimoji="1" lang="en-US" altLang="zh-CN" dirty="0"/>
              <a:t>》</a:t>
            </a:r>
            <a:endParaRPr kumimoji="1" lang="en-US" altLang="zh-TW" dirty="0"/>
          </a:p>
          <a:p>
            <a:r>
              <a:rPr kumimoji="1" lang="zh-CN" altLang="zh-CN" dirty="0"/>
              <a:t>《</a:t>
            </a:r>
            <a:r>
              <a:rPr kumimoji="1" lang="en-US" altLang="zh-TW" dirty="0"/>
              <a:t>Unity </a:t>
            </a:r>
            <a:r>
              <a:rPr kumimoji="1" lang="en-US" altLang="zh-TW" dirty="0" err="1"/>
              <a:t>Shaders</a:t>
            </a:r>
            <a:r>
              <a:rPr kumimoji="1" lang="en-US" altLang="zh-TW" dirty="0"/>
              <a:t> and Effects </a:t>
            </a:r>
            <a:r>
              <a:rPr kumimoji="1" lang="en-US" altLang="zh-TW" dirty="0" err="1"/>
              <a:t>CookBook</a:t>
            </a:r>
            <a:r>
              <a:rPr kumimoji="1" lang="en-US" altLang="zh-CN" dirty="0" smtClean="0"/>
              <a:t>》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308253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奧斯丁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奧斯丁.thmx</Template>
  <TotalTime>391</TotalTime>
  <Words>106</Words>
  <Application>Microsoft Macintosh PowerPoint</Application>
  <PresentationFormat>如螢幕大小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奧斯丁</vt:lpstr>
      <vt:lpstr>Unity小游戏《开心法师》之实践经验分享</vt:lpstr>
      <vt:lpstr>Contents</vt:lpstr>
      <vt:lpstr>Unity在《开心法师》中的应用部分</vt:lpstr>
      <vt:lpstr>Unity VS Flash(2D)</vt:lpstr>
      <vt:lpstr>参考书分享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Unity小游戏《开心法师》的实践经验分享</dc:title>
  <dc:creator>Anlik</dc:creator>
  <cp:lastModifiedBy>Anlik</cp:lastModifiedBy>
  <cp:revision>25</cp:revision>
  <dcterms:created xsi:type="dcterms:W3CDTF">2014-08-15T04:11:00Z</dcterms:created>
  <dcterms:modified xsi:type="dcterms:W3CDTF">2014-08-15T11:14:51Z</dcterms:modified>
</cp:coreProperties>
</file>